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070348"/>
            <a:ext cx="89154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[REPORT TITLE]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[Report Subtitle or Department Name]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2026  ·  Prepared by [Your Team]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645920" cy="2926080"/>
          </a:xfrm>
          <a:prstGeom prst="rect">
            <a:avLst/>
          </a:prstGeom>
          <a:solidFill>
            <a:srgbClr val="4A5899">
              <a:alpha val="50000"/>
            </a:srgbClr>
          </a:solidFill>
          <a:ln w="12700">
            <a:solidFill>
              <a:srgbClr val="4A5899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731520"/>
            <a:ext cx="1097280" cy="3566160"/>
          </a:xfrm>
          <a:prstGeom prst="rect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828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365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926080" y="1097280"/>
            <a:ext cx="5760720" cy="36576"/>
          </a:xfrm>
          <a:prstGeom prst="rect">
            <a:avLst/>
          </a:prstGeom>
          <a:solidFill>
            <a:srgbClr val="4A5899"/>
          </a:solidFill>
          <a:ln w="12700">
            <a:solidFill>
              <a:srgbClr val="4A5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2801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16276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High-level overview of key findings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1488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496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Data-driven insights and trends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30175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33649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KPIs, benchmarks and comparisons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8862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42336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actions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TITLE]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95360" y="274320"/>
            <a:ext cx="320040" cy="320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9144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Point One]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[Describe the first key point here. Provide supporting data or explanation in 2–4 concise sentences that fit this column width.]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91440" cy="3566160"/>
          </a:xfrm>
          <a:prstGeom prst="rect">
            <a:avLst/>
          </a:prstGeom>
          <a:solidFill>
            <a:srgbClr val="4A5899"/>
          </a:solidFill>
          <a:ln w="12700">
            <a:solidFill>
              <a:srgbClr val="4A5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280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Point Two]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[Describe the second key point here. Provide supporting data or explanation in 2–4 concise sentences that fit this column width.]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 HIGHLIGHTS]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Metric A]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[Context or comparison]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005840"/>
            <a:ext cx="26517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27832" y="10058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 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27832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Metric B]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27832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[Context or comparison]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99048" y="1005840"/>
            <a:ext cx="26517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99048" y="10058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9048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Metric C]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48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[Context or comparison]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8412480" cy="1554480"/>
          </a:xfrm>
          <a:prstGeom prst="rect">
            <a:avLst/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[Summarise the implication of these numbers in 2–3 sentences. What action or decision do they inform? What trend do they reveal?]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A5899"/>
          </a:solidFill>
          <a:ln w="12700">
            <a:solidFill>
              <a:srgbClr val="4A5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2860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[Your name or team] · [email@company.com]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[Closing remark, next steps, or call-to-action in one sentence.]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640080"/>
            <a:ext cx="1554480" cy="155448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097280"/>
            <a:ext cx="1188720" cy="118872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[Company Name]  ·  CONFIDENTIAL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Report Template</dc:title>
  <dc:subject>PptxGenJS Presentation</dc:subject>
  <dc:creator>PptxGenJS</dc:creator>
  <cp:lastModifiedBy>PptxGenJS</cp:lastModifiedBy>
  <cp:revision>1</cp:revision>
  <dcterms:created xsi:type="dcterms:W3CDTF">2026-04-05T21:20:39Z</dcterms:created>
  <dcterms:modified xsi:type="dcterms:W3CDTF">2026-04-05T21:20:39Z</dcterms:modified>
</cp:coreProperties>
</file>