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[Your Proposal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 Here]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6459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747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[Prepared for: Client Name]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A8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[Date]  ·  [Presented by Your Team]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[Your Company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Tagline or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Promise]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98080" y="4206240"/>
            <a:ext cx="10972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[What challenge is the client facing?]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971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0F4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[Pain Point A]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problem, friction, or loss in 2–3 sentences.]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51760" cy="2971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0F4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[Pain Point B]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7872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problem, friction, or loss in 2–3 sentences.]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651760" cy="2971800"/>
          </a:xfrm>
          <a:prstGeom prst="rect">
            <a:avLst/>
          </a:prstGeom>
          <a:solidFill>
            <a:srgbClr val="F0FAFA"/>
          </a:solidFill>
          <a:ln w="12700">
            <a:solidFill>
              <a:srgbClr val="E0F4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[Pain Point C]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problem, friction, or loss in 2–3 sentences.]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[OUR SOLUTION]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[Solution A]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Feature / Pillar]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2286000"/>
            <a:ext cx="1828800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how this component of your solution addresses the problem. Focus on outcomes, not features.]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97280"/>
            <a:ext cx="265176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[Solution B]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92424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Feature / Pillar]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2424" y="2286000"/>
            <a:ext cx="1828800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how this component of your solution addresses the problem. Focus on outcomes, not features.]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9048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9048" y="1097280"/>
            <a:ext cx="2651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[Solution C]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Feature / Pillar]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286000"/>
            <a:ext cx="1828800" cy="320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774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how this component of your solution addresses the problem. Focus on outcomes, not features.]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[WHY IT WORKS]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[Proven results and measurable impact from our approach]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776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[Efficiency Gain]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77640" cy="1508760"/>
          </a:xfrm>
          <a:prstGeom prst="rect">
            <a:avLst/>
          </a:prstGeom>
          <a:solidFill>
            <a:srgbClr val="F0FAFA"/>
          </a:solidFill>
          <a:ln w="12700">
            <a:solidFill>
              <a:srgbClr val="F0FA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4173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$XXM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Saved]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3977640" cy="1508760"/>
          </a:xfrm>
          <a:prstGeom prst="rect">
            <a:avLst/>
          </a:prstGeom>
          <a:solidFill>
            <a:srgbClr val="F0FAFA"/>
          </a:solidFill>
          <a:ln w="12700">
            <a:solidFill>
              <a:srgbClr val="F0FA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2004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 x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[ROI Multiple]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9776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63440" y="4114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[Clients Served]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5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Started?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DDD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[Next step or action item, e.g. schedule a discovery call, sign the proposal, etc.]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[your@email.com]  ·  [+1 234 567 890]  ·  [company.com]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Proposal Template</dc:title>
  <dc:subject>PptxGenJS Presentation</dc:subject>
  <dc:creator>PptxGenJS</dc:creator>
  <cp:lastModifiedBy>PptxGenJS</cp:lastModifiedBy>
  <cp:revision>1</cp:revision>
  <dcterms:created xsi:type="dcterms:W3CDTF">2026-04-05T21:20:39Z</dcterms:created>
  <dcterms:modified xsi:type="dcterms:W3CDTF">2026-04-05T21:20:39Z</dcterms:modified>
</cp:coreProperties>
</file>