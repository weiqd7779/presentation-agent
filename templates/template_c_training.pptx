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114800" cy="4114800"/>
          </a:xfrm>
          <a:prstGeom prst="rect">
            <a:avLst/>
          </a:prstGeom>
          <a:solidFill>
            <a:srgbClr val="F96167">
              <a:alpha val="15000"/>
            </a:srgbClr>
          </a:solidFill>
          <a:ln w="12700">
            <a:solidFill>
              <a:srgbClr val="F96167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"/>
            <a:ext cx="2743200" cy="2743200"/>
          </a:xfrm>
          <a:prstGeom prst="rect">
            <a:avLst/>
          </a:prstGeom>
          <a:solidFill>
            <a:srgbClr val="F9E795">
              <a:alpha val="15000"/>
            </a:srgbClr>
          </a:solidFill>
          <a:ln w="12700">
            <a:solidFill>
              <a:srgbClr val="F9E795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9144000" cy="54864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502920"/>
            <a:ext cx="201168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02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[Workshop or</a:t>
            </a:r>
            <a:endParaRPr lang="en-US" sz="4200" dirty="0"/>
          </a:p>
          <a:p>
            <a:pPr algn="l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 Title]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9E79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[Module name or brief description of what participants will learn]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66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[Facilitator Name]  ·  [Date]  ·  [Duration]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0"/>
            <a:ext cx="2834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 THE END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THIS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SESSION YOU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WILL…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4389120"/>
            <a:ext cx="73152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4434840"/>
            <a:ext cx="457200" cy="411480"/>
          </a:xfrm>
          <a:prstGeom prst="rect">
            <a:avLst/>
          </a:prstGeom>
          <a:solidFill>
            <a:srgbClr val="F96167">
              <a:alpha val="50000"/>
            </a:srgbClr>
          </a:solidFill>
          <a:ln w="12700">
            <a:solidFill>
              <a:srgbClr val="F96167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0" y="457200"/>
            <a:ext cx="5303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BBCB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11880" y="621792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621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51960" y="54864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[Learning outcome #1 — use action verb + measurable result]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1508760"/>
            <a:ext cx="5303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BBCB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11880" y="1673352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673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51960" y="160020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[Learning outcome #2 — use action verb + measurable result]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74720" y="2560320"/>
            <a:ext cx="5303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BBCB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11880" y="2724912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2724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51960" y="265176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[Learning outcome #3 — use action verb + measurable result]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74720" y="3611880"/>
            <a:ext cx="5303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BBCB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11880" y="3776472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3776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51960" y="370332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[Learning outcome #4 — use action verb + measurable result]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[PROCESS / HOW IT WORKS]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" y="2880360"/>
            <a:ext cx="7589520" cy="54864"/>
          </a:xfrm>
          <a:prstGeom prst="rect">
            <a:avLst/>
          </a:prstGeom>
          <a:solidFill>
            <a:srgbClr val="FBBCBE"/>
          </a:solidFill>
          <a:ln w="12700">
            <a:solidFill>
              <a:srgbClr val="FBBC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606040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[Step One]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0120" y="1572768"/>
            <a:ext cx="91440" cy="914400"/>
          </a:xfrm>
          <a:prstGeom prst="rect">
            <a:avLst/>
          </a:prstGeom>
          <a:solidFill>
            <a:srgbClr val="FBBCBE"/>
          </a:solidFill>
          <a:ln w="12700">
            <a:solidFill>
              <a:srgbClr val="FBBC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383280"/>
            <a:ext cx="1920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[Brief description of this step and what the participant does or learns]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71800" y="2606040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51760" y="9144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[Step Two]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08960" y="1572768"/>
            <a:ext cx="91440" cy="914400"/>
          </a:xfrm>
          <a:prstGeom prst="rect">
            <a:avLst/>
          </a:prstGeom>
          <a:solidFill>
            <a:srgbClr val="FBBCBE"/>
          </a:solidFill>
          <a:ln w="12700">
            <a:solidFill>
              <a:srgbClr val="FBBC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3383280"/>
            <a:ext cx="1920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[Brief description of this step and what the participant does or learns]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2606040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00600" y="9144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[Step Three]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257800" y="1572768"/>
            <a:ext cx="91440" cy="914400"/>
          </a:xfrm>
          <a:prstGeom prst="rect">
            <a:avLst/>
          </a:prstGeom>
          <a:solidFill>
            <a:srgbClr val="FBBCBE"/>
          </a:solidFill>
          <a:ln w="12700">
            <a:solidFill>
              <a:srgbClr val="FBBC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383280"/>
            <a:ext cx="1920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[Brief description of this step and what the participant does or learns]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69480" y="2606040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948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9144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[Step Four]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406640" y="1572768"/>
            <a:ext cx="91440" cy="914400"/>
          </a:xfrm>
          <a:prstGeom prst="rect">
            <a:avLst/>
          </a:prstGeom>
          <a:solidFill>
            <a:srgbClr val="FBBCBE"/>
          </a:solidFill>
          <a:ln w="12700">
            <a:solidFill>
              <a:srgbClr val="FBBC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3383280"/>
            <a:ext cx="1920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[Brief description of this step and what the participant does or learns]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6060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BBCB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606040" cy="20116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89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[Core Concept A]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606040"/>
            <a:ext cx="1828800" cy="36576"/>
          </a:xfrm>
          <a:prstGeom prst="rect">
            <a:avLst/>
          </a:prstGeom>
          <a:solidFill>
            <a:srgbClr val="FBBCBE"/>
          </a:solidFill>
          <a:ln w="12700">
            <a:solidFill>
              <a:srgbClr val="FBBC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24912"/>
            <a:ext cx="2331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most important insight or principle from this section. State it as a memorable rule or truth.]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27832" y="1097280"/>
            <a:ext cx="26060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BBCB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1097280"/>
            <a:ext cx="2606040" cy="201168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64992" y="1389888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1389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64992" y="2103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[Core Concept B]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64992" y="2606040"/>
            <a:ext cx="1828800" cy="36576"/>
          </a:xfrm>
          <a:prstGeom prst="rect">
            <a:avLst/>
          </a:prstGeom>
          <a:solidFill>
            <a:srgbClr val="FBBCBE"/>
          </a:solidFill>
          <a:ln w="12700">
            <a:solidFill>
              <a:srgbClr val="FBBC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2724912"/>
            <a:ext cx="2331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most important insight or principle from this section. State it as a memorable rule or truth.]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99048" y="1097280"/>
            <a:ext cx="26060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BBCB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99048" y="1097280"/>
            <a:ext cx="2606040" cy="20116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1389888"/>
            <a:ext cx="548640" cy="548640"/>
          </a:xfrm>
          <a:prstGeom prst="ellipse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1389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36208" y="2103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[Core Concept C]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36208" y="2606040"/>
            <a:ext cx="1828800" cy="36576"/>
          </a:xfrm>
          <a:prstGeom prst="rect">
            <a:avLst/>
          </a:prstGeom>
          <a:solidFill>
            <a:srgbClr val="FBBCBE"/>
          </a:solidFill>
          <a:ln w="12700">
            <a:solidFill>
              <a:srgbClr val="FBBCB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2724912"/>
            <a:ext cx="2331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most important insight or principle from this section. State it as a memorable rule or truth.]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931920"/>
            <a:ext cx="4114800" cy="3200400"/>
          </a:xfrm>
          <a:prstGeom prst="rect">
            <a:avLst/>
          </a:prstGeom>
          <a:solidFill>
            <a:srgbClr val="F96167">
              <a:alpha val="18000"/>
            </a:srgbClr>
          </a:solidFill>
          <a:ln w="12700">
            <a:solidFill>
              <a:srgbClr val="F96167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2560320" cy="2560320"/>
          </a:xfrm>
          <a:prstGeom prst="rect">
            <a:avLst/>
          </a:prstGeom>
          <a:solidFill>
            <a:srgbClr val="F9E795">
              <a:alpha val="22000"/>
            </a:srgbClr>
          </a:solidFill>
          <a:ln w="12700">
            <a:solidFill>
              <a:srgbClr val="F9E795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54864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 &amp; A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2926080" y="2514600"/>
            <a:ext cx="329184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9E79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[Feel free to ask any questions about today's session]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[facilitator@company.com]  ·  [Resources link or QR code]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79145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[Workshop Title]  ·  [Date]  ·  Thank you for participating!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Training Template</dc:title>
  <dc:subject>PptxGenJS Presentation</dc:subject>
  <dc:creator>PptxGenJS</dc:creator>
  <cp:lastModifiedBy>PptxGenJS</cp:lastModifiedBy>
  <cp:revision>1</cp:revision>
  <dcterms:created xsi:type="dcterms:W3CDTF">2026-04-05T21:23:19Z</dcterms:created>
  <dcterms:modified xsi:type="dcterms:W3CDTF">2026-04-05T21:23:19Z</dcterms:modified>
</cp:coreProperties>
</file>